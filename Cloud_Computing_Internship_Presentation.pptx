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3fa97d1-2e1f-005c-6074-76fe54632b83}">
          <p14:sldIdLst>
            <p14:sldId id="256"/>
            <p14:sldId id="257"/>
            <p14:sldId id="258"/>
          </p14:sldIdLst>
        </p14:section>
        <p14:section name="Foundations" id="{2f800f47-dde3-f392-7ea0-765ac31920d3}">
          <p14:sldIdLst>
            <p14:sldId id="259"/>
            <p14:sldId id="260"/>
          </p14:sldIdLst>
        </p14:section>
        <p14:section name="Security &amp; Scale" id="{892bf16b-7cc5-8325-438e-ed3e67aa0280}">
          <p14:sldIdLst>
            <p14:sldId id="261"/>
            <p14:sldId id="262"/>
            <p14:sldId id="263"/>
          </p14:sldIdLst>
        </p14:section>
        <p14:section name="Operations" id="{de334d3a-b9e7-462d-6d3a-79ce7c9934c4}">
          <p14:sldIdLst>
            <p14:sldId id="264"/>
            <p14:sldId id="265"/>
          </p14:sldIdLst>
        </p14:section>
        <p14:section name="Cloud-Native" id="{a5580380-ceee-1f7f-158f-a2fec767bd15}">
          <p14:sldIdLst>
            <p14:sldId id="266"/>
            <p14:sldId id="267"/>
          </p14:sldIdLst>
        </p14:section>
        <p14:section name="Projects" id="{d5e44782-e75c-2e59-f849-2e19269f3e34}">
          <p14:sldIdLst>
            <p14:sldId id="268"/>
            <p14:sldId id="269"/>
          </p14:sldIdLst>
        </p14:section>
        <p14:section name="Wrap-up" id="{58b3923e-2c14-c577-7998-aa584b49e1aa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548640"/>
            <a:ext cx="3108960" cy="310896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377440"/>
            <a:ext cx="2560320" cy="2560320"/>
          </a:xfrm>
          <a:prstGeom prst="ellipse">
            <a:avLst/>
          </a:prstGeom>
          <a:solidFill>
            <a:schemeClr val="accent3">
              <a:alpha val="40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CLOUD COMPUTING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Summer Internship Report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Barath R · 810023205022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IT3711 – Summer Internship · B.Tech Information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University College of Engineering, BIT Campus, Anna University, Tiruchirappalli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Internship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1430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days of training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4300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1430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cloud providers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4300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1430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projects: mini + capstone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Fantasy Solution, Trichy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IT solution and service provider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Software development, web design &amp; hosting, ERP, testing, IT training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40233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65176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Mission &amp; Vision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Quality software services, value for money, easier and safer data access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Vision: a leading IT consulting company for top-tier customers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Work Plan: Five Phases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887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9728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Foundations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09728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1–5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0972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 models, VMs, containers, storage, networking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89280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80136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 &amp; Scale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801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6–10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80136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IAM, auto-scaling, load balancing, PaaS, DBaaS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596896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50545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Governance &amp; Ops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250545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11–16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250545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Cost, hybrid cloud, compliance, CI/CD, encryption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300984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2095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Cloud-Native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320954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17–24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20954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Microservices, Kubernetes, IaC, monitoring, DR, serverless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913632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005072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39136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391363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25–30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39136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 project, APIs, data warehousing, capstone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Cloud Computing Fundamentals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IaaS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Provider supplies servers, storage, networks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You manage the OS and above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PaaS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Provider also runs runtime and middleware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You deploy code only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SaaS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Complete app delivered over the internet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You simply use 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Deployment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29184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Public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Shared, over the internet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32888" y="32004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2616" y="329184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Private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Dedicated to one organisation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08576" y="32004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18304" y="329184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Hybrid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Private + public connected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84264" y="32004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329184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Multi-cloud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More than one provider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Compute, Storage and Networking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Compute · Day 3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Virtual machines: full guest OS, minutes to start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Docker containers: share host kernel, start in seconds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Storage · Day 4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Block: EBS, disks for databases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Object: S3, Cloud Storage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File: EFS, Azure Files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Lifecycle policies move old data to cheaper tiers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Networking · Day 5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VPC with public and private subnets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Internet gateway, NAT gateway, route tables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Security groups allow only required ports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AWS VPC lab: 10.0.0.0/16 → web servers in public subnet 10.0.1.0/24, app and database tier in private subnet 10.0.2.0/24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Identity, Security and Compliance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IAM · Day 6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Users, groups, roles and JSON policies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Least privilege and MFA enabled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1887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Shared Responsibility · Day 13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Provider secures the cloud itself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Customer secures data, identities, OS, network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0175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Encryption · Day 16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At rest: encrypted volumes and buckets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 transit: TLS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Keys managed with AWS KMS and Azure Key Vault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30175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Compliance · Days 14, 23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GDPR, HIPAA, ISO 27001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Audit trails, logging and risk 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Scalability, Availability and DR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0" cy="35204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017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Auto-Scaling &amp; Load Balancing · Day 7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Elastic Load Balancer spreads traffic across availability zones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Auto Scaling Group: CPU above 70% adds instances, below 30% removes them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Disaster recovery strategies · Day 22 (RTO and RPO guide every plan)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6304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Recovery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9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Backup &amp; restore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Lowest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Hours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Pilot light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Tens of minutes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Warm standby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Minutes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Multi-site active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Highest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Near zero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Platform Services, Databases, Hybrid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PaaS · Day 8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Deployed a sample app on Heroku and Google App Engine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Less control than IaaS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5176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DBaaS · Day 9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Amazon RDS and Firebase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Provider handles patching, backups, replication and failover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5176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Hybrid · Day 12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On-premises linked to cloud by VPN or dedicated link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Keep sensitive data local, gain elastic capacity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 10 case study: the best provider depends on workload, skills, compliance needs and cost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Cloud Cost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Pay-as-you-go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commitment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97480" y="118872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Reserved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1–3 year discount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718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Spot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Spare capacity, can be interrupted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288036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29718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Free tier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Learning and labs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Optimization · Days 11, 26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Right-size instances to real CPU and memory use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Move rarely used data to cheaper tiers, delete unused volumes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 serverless for occasional workloads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Set budgets and alerts in Cost Explorer, Azure Cost Management, Google Cloud Cost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DevOps, CI/CD and Infrastructure as Code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CI/CD pipeline · Day 15 · GitHub Actions, AWS CodePipeline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811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1811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6116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6900" y="1371600"/>
            <a:ext cx="118110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66900" y="1371600"/>
            <a:ext cx="11811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Source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7086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371600"/>
            <a:ext cx="118110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371600"/>
            <a:ext cx="11811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6300" y="1371600"/>
            <a:ext cx="118110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86300" y="1371600"/>
            <a:ext cx="11811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9026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0" y="1371600"/>
            <a:ext cx="11811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6000" y="1371600"/>
            <a:ext cx="11811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996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05700" y="1371600"/>
            <a:ext cx="118110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05700" y="1371600"/>
            <a:ext cx="11811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Deploy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Infrastructure as Code · Day 20 · Terraform, AWS CloudFormation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Write .tf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943100" y="304038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278892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4884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34740" y="304038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278892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4048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26380" y="304038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278892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3212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18020" y="304038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278892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2376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Resources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commit is built and tested automatically; infrastructure is reproducible, versioned and created in minutes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Microservices, Kubernetes, Serverless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Microservices · Day 17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Small independent services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Developed, deployed and scaled separately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Kubernetes · Day 19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Deployed and scaled containers in a cluster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Restarts failed pods, adds replicas on request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Serverless · Day 24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AWS Lambda and Azure Functions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Runs only on events, no idle servers to pay for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Kubernetes control plane: API server · Scheduler · Controller manager · etcd → worker nodes running pods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Migration, Monitoring and Logging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Cloud migration lifecycle · Day 18 · AWS Migration Hub, Azure Migrate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Assess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4310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3474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Migrate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2638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18020" y="1623060"/>
            <a:ext cx="18288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Optimize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40233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5603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Migration strategies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Rehost: lift and shift (low effort)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Replatform: small optimizations (medium)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Refactor: cloud-native redesign (high)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Repurchase, Retire, Retain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0233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5603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Monitoring · Day 21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Prometheus, Grafana, AWS CloudWatch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Metrics show performance, logs record events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Alarms notify the team or trigger auto-scaling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APIs, Data Warehousing, Frameworks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5204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API Management · Day 27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 gateway as single entry point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Authentication, rate limiting, caching, logging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51760" cy="35204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Data Warehousing · Day 28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ETL pipelines: extract, transform, load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AWS Redshift and Google BigQuery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51760" cy="35204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App Frameworks · Day 29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AWS Amplify: full-stack web and mobile apps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Azure App Service: hosting with built-in scaling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Capstone: Scalable Three-Tier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109728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DNS + CDN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4805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Application Load Balancer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48056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4480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Web/App tier · Auto Scaling Group · 2 AZs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RDS Multi-AZ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329184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1168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S3 storage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329184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IAM + KMS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4805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CloudWatch · metrics, logs, alarms, budgets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6360" y="1097280"/>
            <a:ext cx="35204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118872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Design decisions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 availability: two AZs + load balancer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Scalability: CPU-based Auto Scaling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Security: private subnets, IAM, KMS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Durability: Multi-AZ DB, versioned S3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Cost control: right-sizing, budgets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Learnings and Outcomes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Skills Developed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95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Fundamentals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Service models, virtualization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Infrastructure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VMs, containers, storage, VPC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IAM, MFA, encryption, compliance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Reliability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Auto-scaling, load balancing, DR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Automation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CI/CD, IaC, Kubernetes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Cloud-native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Microservices, serverless, APIs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Data &amp; 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DBaaS, warehousing, cost optimization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33832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18872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Professional skills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Planning work in small steps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Documenting architectures clearly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Comparing alternatives before choosing a service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Learning independently from provider docs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49440" y="2651760"/>
            <a:ext cx="2926080" cy="29260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30 days from virtualization to serverless across AWS, Azure and Google Cloud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Hands-on cost optimization, security, DR and migration scenarios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Capstone: a scalable, secure and cost-aware cloud architecture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Intern">
  <a:themeElements>
    <a:clrScheme name="CloudIntern">
      <a:dk1>
        <a:srgbClr val="0B1F3A"/>
      </a:dk1>
      <a:lt1>
        <a:srgbClr val="FFFFFF"/>
      </a:lt1>
      <a:dk2>
        <a:srgbClr val="14395B"/>
      </a:dk2>
      <a:lt2>
        <a:srgbClr val="EAF3F8"/>
      </a:lt2>
      <a:accent1>
        <a:srgbClr val="0E8A9A"/>
      </a:accent1>
      <a:accent2>
        <a:srgbClr val="F29E38"/>
      </a:accent2>
      <a:accent3>
        <a:srgbClr val="3B6FD4"/>
      </a:accent3>
      <a:accent4>
        <a:srgbClr val="7A5CC8"/>
      </a:accent4>
      <a:accent5>
        <a:srgbClr val="2E9E6B"/>
      </a:accent5>
      <a:accent6>
        <a:srgbClr val="D6455D"/>
      </a:accent6>
      <a:hlink>
        <a:srgbClr val="0E8A9A"/>
      </a:hlink>
      <a:folHlink>
        <a:srgbClr val="7A5CC8"/>
      </a:folHlink>
    </a:clrScheme>
    <a:fontScheme name="CloudInter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Summer Internship</dc:title>
  <dc:subject>PptxGenJS Presentation</dc:subject>
  <dc:creator>Barath R</dc:creator>
  <cp:lastModifiedBy>Barath R</cp:lastModifiedBy>
  <cp:revision>1</cp:revision>
  <dcterms:created xsi:type="dcterms:W3CDTF">2026-10-21T18:18:01Z</dcterms:created>
  <dcterms:modified xsi:type="dcterms:W3CDTF">2026-10-21T18:18:01Z</dcterms:modified>
</cp:coreProperties>
</file>